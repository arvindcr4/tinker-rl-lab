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146304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Chaining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GRPO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3B model to call tools in sequence,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results, and produce a final natural language answer.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1188720"/>
            <a:ext cx="21031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24358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66560" y="17007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2331720"/>
            <a:ext cx="21031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38658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+ GRPO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6560" y="28437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3474720"/>
            <a:ext cx="21031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352958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 / 1.0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39867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823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Balasandhya Jeyaraj  ·  March 2026  ·  Qwen/Qwen2.5-3B-Instruct  ·  Google Colab T4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6052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41605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SFT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023360" cy="34747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63624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156362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Qwen2.5-3B-Instruct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40233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4767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94767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ToolBench-v1 examples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76856"/>
            <a:ext cx="4023360" cy="34747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3172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331720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hand-written synthetic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60904"/>
            <a:ext cx="40233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715768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71576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44952"/>
            <a:ext cx="4023360" cy="34747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99816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seq len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3099816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40233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483864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348386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813048"/>
            <a:ext cx="4023360" cy="34747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86791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57400" y="386791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97096"/>
            <a:ext cx="40233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25196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57400" y="4251960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4-bit (nf4)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16052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914400"/>
            <a:ext cx="41605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GRPO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00600" y="1508760"/>
            <a:ext cx="4023360" cy="34747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156362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29400" y="156362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adapter checkpoint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1892808"/>
            <a:ext cx="40233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1947672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29400" y="194767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ToolBench prompts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2276856"/>
            <a:ext cx="4023360" cy="34747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2331720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29400" y="2331720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 prompt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00600" y="2660904"/>
            <a:ext cx="40233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2715768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29400" y="271576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(same base)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3044952"/>
            <a:ext cx="4023360" cy="34747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7" name="Text 45"/>
          <p:cNvSpPr/>
          <p:nvPr/>
        </p:nvSpPr>
        <p:spPr>
          <a:xfrm>
            <a:off x="4892040" y="3099816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turns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29400" y="3099816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 chain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00600" y="3429000"/>
            <a:ext cx="40233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Text 48"/>
          <p:cNvSpPr/>
          <p:nvPr/>
        </p:nvSpPr>
        <p:spPr>
          <a:xfrm>
            <a:off x="4892040" y="348386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29400" y="348386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00600" y="3813048"/>
            <a:ext cx="4023360" cy="34747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3867912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29400" y="386791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5e-6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800600" y="4197096"/>
            <a:ext cx="40233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4892040" y="4251960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nudge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29400" y="4251960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tools or repeat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Multi-Turn Loop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2024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96012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5727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tool 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92024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601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5727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58000" y="960120"/>
            <a:ext cx="192024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96012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15727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Loop: up to 4 turns max, or until model gives a natural language answer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2971800"/>
            <a:ext cx="8686800" cy="5486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31089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nudge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8600" y="349300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calls more than 2 tools OR repeats the same tool call, a system message is injected: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now have all the tool results. Give your final answer in plain text — do NOT call any more tools."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Reward Signals: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4480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4480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turn = tool call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94760" y="4480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4480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natural answer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4480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4480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 populated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4480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4480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JSON output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480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1040" y="4480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tool call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SFT vs. GRPO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512064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51206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875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Evaluation Scenarios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98348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90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14904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4904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904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4983480" cy="475488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984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Packing Advice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1984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1984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19842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49834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32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+ News Chain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71800" y="25328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25328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5328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4983480" cy="475488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081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Calculate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3081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3081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3081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20440"/>
            <a:ext cx="49834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630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 (Direct)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71800" y="3630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0" y="3630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36301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114800"/>
            <a:ext cx="4983480" cy="47548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71800" y="4224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0" y="4224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224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914400"/>
            <a:ext cx="32461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5669280" y="91440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5806440" y="960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SFT repeated calls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06440" y="126187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repeated the same tool call in 2 of 4 scenarios — GRPO's −0.30 penalty eliminated this.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1883664"/>
            <a:ext cx="32461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0" y="1883664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5806440" y="19293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GRPO ends cleanly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06440" y="223113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produced full-sentence answers every time vs SFT giving bare values like '42.0'.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69280" y="2852928"/>
            <a:ext cx="32461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Shape 44"/>
          <p:cNvSpPr/>
          <p:nvPr/>
        </p:nvSpPr>
        <p:spPr>
          <a:xfrm>
            <a:off x="5669280" y="2852928"/>
            <a:ext cx="54864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7" name="Text 45"/>
          <p:cNvSpPr/>
          <p:nvPr/>
        </p:nvSpPr>
        <p:spPr>
          <a:xfrm>
            <a:off x="5806440" y="28986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Complex tasks improved most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06440" y="32004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Calculate: 0.63 → 0.92. Bigger jump where multi-step reasoning matters.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0" y="3822192"/>
            <a:ext cx="32461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Shape 48"/>
          <p:cNvSpPr/>
          <p:nvPr/>
        </p:nvSpPr>
        <p:spPr>
          <a:xfrm>
            <a:off x="5669280" y="3822192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5806440" y="3867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Fair comparison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806440" y="416966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saw identical scripted tool responses. Score gaps are purely due to learned behaviour.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1207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64008" cy="1207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875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SFT learns chains, not termination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understood the tool-call format but couldn't decide when to stop — it looped or gave raw values instead of sentences.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249424"/>
            <a:ext cx="4206240" cy="1207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2249424"/>
            <a:ext cx="64008" cy="1207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322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GRPO teaches when to stop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88336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+0.30 reward for a natural language answer and −0.30 penalty for repetition directly fixed SFT's failure modes.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584448"/>
            <a:ext cx="4206240" cy="1207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3584448"/>
            <a:ext cx="64008" cy="1207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6576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SFT is still necessary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was applied on top of SFT, not from scratch. SFT teaches the format; GRPO teaches the judgment.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206240" cy="1207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914400"/>
            <a:ext cx="64008" cy="1207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9875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Multi-turn is achievable at 3B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353312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3B model can sequence tools, read results, and answer in natural language — a real agentic skill.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249424"/>
            <a:ext cx="4206240" cy="1207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249424"/>
            <a:ext cx="64008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322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Reward design is decisive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688336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eliminated maps directly to a reward signal. Specificity in reward shaping is what worked.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584448"/>
            <a:ext cx="4206240" cy="1207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3584448"/>
            <a:ext cx="64008" cy="1207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6576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0.91 average quality 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diverse multi-turn scenarios including weather, stocks, search+math, and direct calculation.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agentic skills.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3B model trained with SFT + GRPO can reliably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tools, read results, and answer in natural language.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4871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next 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8529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7B+ for longer tool chains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23697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execution (not scripted responses)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62102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reward shaping during rollouts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00507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BFCL benchmark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320040"/>
            <a:ext cx="3337560" cy="4251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5577840" y="320040"/>
            <a:ext cx="33375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40233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84124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841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2435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12435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ToolBench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1645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steps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1645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0482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avg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20482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24505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avg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24505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 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8529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scenario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28529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Search+Calc 0.92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2552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calls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325526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(GRPO)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6576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36576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T4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823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conducted with Claude Code  ·  Models at huggingface.co/Balasandhya  ·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 3 — Multi-Turn Tool Chaining</dc:title>
  <dc:subject>PptxGenJS Presentation</dc:subject>
  <dc:creator>PptxGenJS</dc:creator>
  <cp:lastModifiedBy>PptxGenJS</cp:lastModifiedBy>
  <cp:revision>1</cp:revision>
  <dcterms:created xsi:type="dcterms:W3CDTF">2026-03-27T18:23:53Z</dcterms:created>
  <dcterms:modified xsi:type="dcterms:W3CDTF">2026-03-27T18:23:53Z</dcterms:modified>
</cp:coreProperties>
</file>