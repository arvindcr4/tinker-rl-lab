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Secondary anchor: Dr.GRPO (Liu et al., 2025) which critiques GRPO's normalisation terms — my Result 4 tests it head-on.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package" Target="../embeddings/Microsoft_Excel_Sheet1.xlsx"/><Relationship Id="rId4" Type="http://schemas.openxmlformats.org/officeDocument/2006/relationships/image" Target="../media/image3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0515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one prompt → G=4 completions, reward r ∈ {0,1}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48132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group with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5048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4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95560" y="2057400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744200" y="1783080"/>
            <a:ext cx="105156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±0.5
gradient 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all-correct group (the blind spot)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8904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95560" y="3172968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744200" y="2898648"/>
            <a:ext cx="1051560" cy="566928"/>
          </a:xfrm>
          <a:prstGeom prst="roundRect">
            <a:avLst/>
          </a:prstGeom>
          <a:solidFill>
            <a:srgbClr val="B32D2D"/>
          </a:solidFill>
          <a:ln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0,0,0,0
zero gradient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7600"/>
            <a:ext cx="397763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A_i = r_i − mean(r): identical rewards zero every advantage.
The reward curve still reads 1.0 — training has silently stopped.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Published results are stack-conditioned: same label, different stacks, different outcomes (measured: a 17× final-reward span from an undisclosed backend+checkpoint swap).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TRAINING — Tinker managed API
LoRA rank-4 GRPO / Dr.GRPO fleets · full-state checkpoint · kill-and-resume (verified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50008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TELEMETRY — per-step (reward, ZVF, GU)
logged beside every reward point · parser v2 with false-positive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65576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EVALUATION — vLLM pass@k harness
Modal · Lightning AI · Colab — three independent backends · clustered bootstrap 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1144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AUDIT TRAIL — 983 runs enumerated &amp; classified
19 claim-critical runs linked: W&amp;B page + checkpoint + result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40" y="2167128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282696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4398264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1737360"/>
            <a:ext cx="4206240" cy="11430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zvf-triage (Apache-2.0, 82 tests)
regime classifier · adaptive-G · dead-prompt drop · auto-stop
veRL / OpenRLHF / NeMo-RL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383280"/>
            <a:ext cx="4206240" cy="1051560"/>
          </a:xfrm>
          <a:prstGeom prst="roundRect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MIRRORS &amp; ARTIFACTS
W&amp;B: 1,034 runs / 17 projects
HuggingFace: 49 adapter repos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675120" y="2304288"/>
            <a:ext cx="731520" cy="512064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3904488"/>
            <a:ext cx="731520" cy="27432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806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Design rule: no number enters a paper without a path back through this stack — run → telemetry → artifact → audit row.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detector), and is collapse universal across them? (P2 panel)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Inherited (Sem 3, Group 6): multi-framework benchmark scaffold (TinkerRL-Bench), literature survey,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01752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ZVF is a diagnostic, not a predictor: ZVF rose AFTER the reward plateau in every measured collapse — a cheap alarm, not a cause.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Population form: the U-shaped kernel — starvation at both walls (too hard / mastered); larger G narrows both.</a:t>
            </a:r>
          </a:p>
        </p:txBody>
      </p:sp>
      <p:pic>
        <p:nvPicPr>
          <p:cNvPr id="6" name="Picture 5" descr="u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17520"/>
            <a:ext cx="4114800" cy="24530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Interpretation: small G buys early steps and starves the endgame; large G holds signal throughout. Group size selects WHICH END of training starves — a schedule variable.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Honesty check: static fixed-step sweeps are confounded by what the budget is held in; controller efficacy is NOT claimed (pre-registered test is future work).</a:t>
            </a:r>
          </a:p>
        </p:txBody>
      </p:sp>
      <p:pic>
        <p:nvPicPr>
          <p:cNvPr id="5" name="Picture 4" descr="budget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4206240" cy="25075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(70+ curated runs,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— embedded below (double-click to open).</a:t>
            </a:r>
          </a:p>
        </p:txBody>
      </p:sp>
      <p:graphicFrame>
        <p:nvGraphicFramePr>
          <p:cNvPr id="5" name="Object 4"/>
          <p:cNvGraphicFramePr>
            <a:graphicFrameLocks noGrp="1"/>
          </p:cNvGraphicFramePr>
          <p:nvPr/>
        </p:nvGraphicFramePr>
        <p:xfrm>
          <a:off x="868680" y="4709160"/>
          <a:ext cx="965200" cy="609600"/>
        </p:xfrm>
        <a:graphic>
          <a:graphicData uri="http://schemas.openxmlformats.org/presentationml/2006/ole">
            <p:oleObj showAsIcon="1" r:id="rId3" imgW="777240" imgH="868680" progId="Excel.Sheet.12">
              <p:embed/>
              <p:pic>
                <p:nvPicPr>
                  <p:cNvPr id="0" name="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68680" y="4709160"/>
                    <a:ext cx="965200" cy="6096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783080" y="4846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tinker_runs_audit_2026-07-12.xlsx — embedded copy (983 runs · key_runs · external_runs · wandb_runs · hf_artifacts · insights). Canonical file: outputs/ in the repo.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Fallback if connectivity fails: 86-second recorded walkthrough (thesis/viva/demo_walkthrough.mp4).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github.com/arvindcr4/tinker-rl-lab  ·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