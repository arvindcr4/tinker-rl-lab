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walk. GRPO is the base paper, not the boundary: PPO ran as the value-based control on three open libraries plus the bench; GSPO head-to-head against GRPO on the same stack; Dr.GRPO in the six-arm loss panel; DPO/IDPO through the unified script generator; REINFORCE and SFT/distillation as baselines; and the DAPO label audit plus the AERO/AREAL/GIFT traces feed the reproducibility results. Every row has runnable artifacts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Training layer — Tinker managed API: LoRA rank-4 GRPO/Dr.GRPO fleets with full state checkpointing and kill-and-resume (built after two mid-programme credit exhaustions; verified live).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Evaluation layer — vLLM pass@k harness on three independent backends: Modal, Lightning AI, Colab; problem-clustered bootstrap CIs; seeded per problem.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Telemetry layer — per-step (reward, ZVF, GU) traces for every training run, mirrored to W&amp;B (zvf-training project); reward-parser v2 with false-positive audit.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Library — zvf-triage (Apache-2.0, 82 tests): drop-in triage callback — classifies starvation regime, adapts G, drops dead prompts, auto-stops doomed runs; veRL / OpenRLHF / NeMo-RL adapters.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Audit layer — 983 Tinker runs enumerated and classified; 19 claim-critical runs identified, each linked to its W&amp;B page, checkpoint, and result JSON (workbook in outputs/).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663440"/>
                <a:gridCol w="3200400"/>
              </a:tblGrid>
              <a:tr h="3291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role in the study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(Qwen3-8B), TRL on Modal H100,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primary subject — all ZVF claims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length-bias critique test (Result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sequence-level IS ratio control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value-based baseline family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simplest policy-gradient control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preference optimisation, no rollouts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non-RL baselines and adapters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label-flip evidence: ZVF 0.00 vs 0.55-0.58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P2 collapse panel, P8 detector, survival-audit pilot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Inherited (Sem 3, Group 6): multi-framework benchmark scaffold (TinkerRL-Bench), literature survey,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28803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 is a diagnostic, not a predictor: in every collapse we measured, ZVF rose AFTER the reward plateau — a cheap alarm, not a cause. Pooled cross-task correlations do not survive stratification and are never used as claims.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Population form is the U-shaped kernel h_G(p)=p^G+(1−p)^G: starvation at both walls (too hard / mastered); larger G narrows both.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Interpretation: small G buys early optimiser steps and starves the endgame; large G holds signal throughout. Group size selects which end of training starves — it is a schedule variable.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Honesty check: static fixed-step sweeps are non-monotone and confounded by what the budget is held in; the controller that would exploit this is designed but its efficacy is NOT claimed (pre-registered test is future work).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(70+ curated runs,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(outputs/tinker_runs_audit_2026-07-12.xlsx).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Fallback if connectivity fails: 86-second recorded walkthrough (thesis/viva/demo_walkthrough.mp4).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