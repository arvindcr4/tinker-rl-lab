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Sell it with the basketball analogy at the bottom: drills, shots, a coach who only compares shots within a drill; all-makes drills teach nothing precisely when the scoreboard looks perfect - that is the whole thesis in one image. Secondary anchor: Dr.GRPO (Liu et al., 2025) which critiques GRPO's normalisation terms — Result 4 tests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 Sem-3 credit line if asked: 79 logged runs across 7 libraries, submitted to NeurIPS 2026 Main Track as 'A Unified Benchmark for RL Post-Training of Language Models' (group work, 8 authors); Sem 4 is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 Land the framing: this project SETS THE STANDARD for what to report when training - walk the 8 items fast, then say every one earned its place by flipping a result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8A6D00"/>
                </a:solidFill>
                <a:latin typeface="Calibri"/>
              </a:rPr>
              <a:t>Basketball analogy: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Each prompt is a shooting drill; the G completions are G shots at the same basket. GRPO has no absolute standard (no critic) — the coach grades each shot only against the others in that drill. Mixed makes and misses → he can tell what worked. All makes or all misses → nothing to compare, the drill taught zero. As the player improves, more drills end all-makes: practice silently stops teaching exactly when the scoreboard looks best. ZVF counts the dead drills; more shots per drill (bigger G) keeps the contrast alive longer.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reproducibility anchor: the SAME RL training, run by different people in different environments, can produce wildly different results — measured here as a 17× final-reward span from one undisclosed backend+checkpoint swap. Unless the details of what actually ran are reported, comparisons are meaningless.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1042416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AUDIT TRAIL — 983 Tinker runs + external Modal / Lightning AI / Colab runs
(26 pass@k evals · 4 H100 cross-library baselines · Colab experiment packs)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pools, 32 rollouts/prompt, binary boxed-answer reward) and synthetic arithmetic (easy/medium) for the 0.5B-1.5B short-horizon panels and small-model sweeps.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Inherited (Sem 3, Group 6): TinkerRL-Bench — 79 logged GRPO-style runs across 7 RL libraries (0.6B–671B), submitted to NeurIPS 2026 Main Track as "A Unified Benchmark for RL Post-Training of Language Models"; plus literature survey and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Setting the Standard: What Must Be Reported When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Anchor: same algorithm, same task, different environment or different hands → wildly different results. The fix is not more compute — it is reporting the details of what actually ran. Three measured instances from our own data: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 contribution: MIN-REPORT-RL sets the standard for what details every RL training report must include — plus GRPO-Registry (machine-readable stack catalog, 20 seed entries) and stackdiff (pairwise flip-risk verdicts R0–R5) to enforce it mechanically.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 8 items: ① loss form (ratio/clip/mask/normalisation) ② reference policy &amp; KL handling ③ sampler/backend/precision incl. base-checkpoint identity ④ per-step ZVF/GU trajectory ⑤ group-size schedule ⑥ held-out split disjoint from the reward environment ⑦ decontamination + parser-robustness probe ⑧ held-out pass@k curves, not just pass@1. Every item earned its place by flipping a result in our own corpus.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(the 79-run cross-library corpus,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