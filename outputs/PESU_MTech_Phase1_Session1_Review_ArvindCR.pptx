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(optional 90 s) Recorded live demo: HuggingFace adapter repos + W&amp;B zvf-training panel walkthrough, captured 12 Jul. Click to play. Use while people settle, or skip straight to the title if he wants to start immediately - the live demo slot is slide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Read the title, then decode it in one breath: GRPO trains on groups; when every completion in a group gets the same reward the group carries zero gradient — that is signal starvation; ZVF is the statistic that measures it; 'stack-conditioned' is the reproducibility finding that the same algorithm label gives different results on different software stacks. One measurement discipline, two claims, all artifacts audited.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 min) Base paper: GRPO from DeepSeekMath (Shao et al., 2024), the algorithm behind DeepSeek-R1. Explain the mechanism from first principles: no critic; sample G completions per prompt; each advantage is its reward minus the group mean. My understanding goes one step further than the paper: that subtraction has a structural blind spot — identical rewards zero out every advantage. Secondary anchor: Dr.GRPO (Liu et al., 2025) which critiques GRPO's normalisation terms — my Result 4 tests it head-on.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Compress. Two facts motivate everything: starvation is invisible in reward curves, and published comparisons are stack-conditioned. Then read the four RQs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(1.5 min) Walk the four layers left to right: training on the managed Tinker API (LoRA, closed loss kernel — an audit constraint I exploit deliberately); evaluation on three vLLM backends so no single backend's quirks own the numbers; telemetry: per-step ZVF/GU next to reward, mirrored to W&amp;B; and the audit layer: run manifests, checkpoint/resume, the runs-audit workbook. Everything downstream cites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Fast table walk — lead with the WHY column: each method answers a specific question the thesis needed closed. PPO answers 'was the critic needed?'; GSPO isolates one knob on the same stack; Dr.GRPO tests the base paper's strongest critique; DPO is the no-rollouts counterfactual (no groups, so no ZVF by construction); REINFORCE and SFT are floors; the DAPO audit and the AERO/AREAL/GIFT traces exist to measure how much a method LABEL underdetermines what actually ran. Every row has runnable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(1.5 min) Attribution first: Sem 3 was the group capstone — the multi-framework bench and survey, frozen at tag capstone-final-2026-04-25. Everything on this slide is Sem-4 solo work. Be specific: these are files and packages he can open, not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 min) THE core result. Walk the table: late in training the G=2 arms read reward ~1.0 — by the reward axis, perfect. ZVF says 75-100% of groups are all-correct: zero gradient. Same budget, G=16 arms are mid-learning with ZVF under 0.25 and signal intact. Read as a pair, (reward, ZVF) separates 'policy is good' from 'training is still moving'. ZVF alone aliases mastery with incapacity — always read the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 min) The decisive experiment design point: hold the ROLLOUT BUDGET fixed, not the step count. Small G converts the budget into more optimiser steps early — then exhausts its own signal as accuracy rises (the p-&gt;1 wall of the kernel). Large G pays for contrast it doesn't need early and retains signal late. So group size controls WHICH END of training starves — a schedule question, not a constant. The naive static sweep is confounded by what the budget is held in — I show both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 min) Three theory results, each validated on real 512-prompt pools. T1: Wilson interval covers 0.95-0.98 in every tested setting — report which ZVF the interval covers under curriculum ordering. T2: geometric waiting-time budget N = G ln(delta)/ln(ZVF) matched observed quantiles at ratio 1.00 in all six difficulty strata — hardest stratum needs 160 rollouts for a 90%-guaranteed informative group. T3 is the honest one: our signal-per-rollout objective turns out to have a UNIVERSAL argmax G* in {2,3} for every prior — an algebraic identity, found by external review of our own theory. We report it as a negative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 min) Tests the base-paper critique directly. Six uncapped arms (1,024 tokens), 3 seeds per loss: completion lengths SHRINK 6-12% in all six arms — no verbosity trap at this scale — and no late-ZVF separation. Then own the incident proudly: the first panel was invalid because a documented --loss flag was never wired to the loss; no output-level trace revealed it — only reading the runner did. We invalidated loudly, preserved artifacts under .invalid names, reran same-day, and one conclusion REVERSED. That incident is now a case study and the seed of the reporting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(1.5 min) Three measured instances, each a lever that flipped a result: 17x reward span from an undisclosed backend swap that also bundled a checkpoint change; the same 'DAPO' label yielding ZVF 0.00 on an open trainer vs 0.55-0.58 on a closed stack; and reward micro-jitter below the verifier's resolution collapsing batch ZVF 0.158 to 0. Every item of the 8-item MIN-REPORT-RL standard exists because one of these levers moved a result in OUR OWN data — not from taste.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(1.5 min) RQ4. Base Qwen3-8B on GSM8K: pass@1 30.4% but pass@32 91% — the base model already solves almost everything at k=32, so GSM8K alone cannot demonstrate capability expansion; that scope discipline is itself a finding. Post-RL adapters: zero forgetting on MBPP and a +1.5-2.5 point pass@32 frontier improvement, within noise at single-seed — exactly why the standard mandates pass@k curves with CIs. MATH-500 partial: GSM8K-trained gains do NOT replicate on hard math — distribution sharpening, not capability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Fast slide. 983 runs on the Tinker account — audited and classified this morning; the thesis claims rest on 19 identified claim-critical runs, each linked to W&amp;B and its artifact. If asked about any number: the workbook key_runs sheet has the run id, checkpoint, W&amp;B link, and result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(1.5 min + live demo) Run the one-command offline demo FIRST — it cannot fail on the network. ./submission/demo/demo.sh: mechanism fixture (4 groups, ZVF=0.5, GU=0.5), recorded artifact (80 rewards, mean 0.6875, ZVF 0.30), SHA-256 integrity check, HTML dashboard. Then if time and connectivity allow: the W&amp;B zvf-training panel with live E-R2b curves, and the audit workbook key_runs sheet. Fallback: the 86-second recorded walkthrough. Verified PASS this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Close with the honesty that survives cross-examination: one model, one task family, one managed API, 1-3 seeds — the claims are stated at the stack level and nowhere above it. Roadmap is gated: diagnostic paper publishable now; controller paper gated on a pre-registered compute-matched win; survival audit gated on an open stack. Then stop talking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panel. Repo and email on screen. Offer the audit workbook or any W&amp;B run on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package" Target="../embeddings/Microsoft_Excel_Sheet1.xlsx"/><Relationship Id="rId4" Type="http://schemas.openxmlformats.org/officeDocument/2006/relationships/image" Target="../media/image4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andb.ai/arvindcr4-pes-university/zvf-training/runs/pob7nd05" TargetMode="External"/><Relationship Id="rId4" Type="http://schemas.openxmlformats.org/officeDocument/2006/relationships/hyperlink" Target="https://wandb.ai/arvindcr4-pes-university/zvf-training/runs/tiicy3km" TargetMode="External"/><Relationship Id="rId5" Type="http://schemas.openxmlformats.org/officeDocument/2006/relationships/hyperlink" Target="https://wandb.ai/arvindcr4-pes-university/zvf-training/runs/kmqjbhwn" TargetMode="External"/><Relationship Id="rId6" Type="http://schemas.openxmlformats.org/officeDocument/2006/relationships/hyperlink" Target="https://wandb.ai/arvindcr4-pes-university/zvf-training" TargetMode="External"/><Relationship Id="rId7" Type="http://schemas.openxmlformats.org/officeDocument/2006/relationships/hyperlink" Target="https://huggingface.co/arvindcr4/tinker-rl-bench-ppo_gsm8k_Qwen3-8B_s42" TargetMode="External"/><Relationship Id="rId8" Type="http://schemas.openxmlformats.org/officeDocument/2006/relationships/hyperlink" Target="https://github.com/arvindcr4/tinker-rl-lab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arvindcr4/tinker-rl-lab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Opening demo — live HuggingFace + W&amp;B walkthrough (recorded today, 91 s)</a:t>
            </a:r>
          </a:p>
        </p:txBody>
      </p:sp>
      <p:pic>
        <p:nvPicPr>
          <p:cNvPr id="3" name="project_defense_live_hf_wandb_demo_2026-07-12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35608" y="868680"/>
            <a:ext cx="9326880" cy="5248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Click to play — embedded in the deck; no network needed.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M.Tech Project — Phase 1 Review (Defense Format)</a:t>
            </a:r>
          </a:p>
          <a:p>
            <a:pPr algn="ctr">
              <a:spcAft>
                <a:spcPts val="700"/>
              </a:spcAft>
            </a:pPr>
            <a:r>
              <a:rPr sz="2100" b="1">
                <a:solidFill>
                  <a:srgbClr val="212121"/>
                </a:solidFill>
                <a:latin typeface="Calibri"/>
              </a:rPr>
              <a:t>RL Post-Training of LLMs: Signal Starvation and Stack-Conditioned GRPO</a:t>
            </a:r>
          </a:p>
          <a:p>
            <a:pPr algn="ctr">
              <a:spcAft>
                <a:spcPts val="7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Title decoded: GRPO learns from reward contrast inside groups of completions; when a group is all-correct or all-wrong it teaches nothing (signal starvation, measured by the Zero-Variance Fraction), and what a run "shows" depends on the software stack it ran on (stack-conditioned).</a:t>
            </a:r>
          </a:p>
          <a:p>
            <a:pPr algn="ctr">
              <a:spcAft>
                <a:spcPts val="7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Arvind C R (Arvind Chitra Rajasekaran)  ·  SRN: PES2PGE24DS140</a:t>
            </a:r>
          </a:p>
          <a:p>
            <a:pPr algn="ctr">
              <a:spcAft>
                <a:spcPts val="7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Guide: Ramesh Prakash Guledgudd  ·  Dept. of CSE, PES University  ·  M.Tech Data Science &amp;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Base Paper &amp; My Understanding of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6858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•  Base paper — GRPO, from "DeepSeekMath" (Shao et al., 2024; basis of DeepSeek-R1): replaces PPO's learned critic with a group-relative baseline — sample G completions per prompt, advantage = own reward − group mean.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Why it matters: critic-free means cheap and stable at LLM scale with verifiable (binary) rewards; it is now the default RL post-training family. The study runs GRPO against PPO, REINFORCE, DPO, GSPO, Dr.GRPO and audited variant labels (slide 5).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•  My understanding — the structural blind spot: if all G completions earn the SAME reward (all-correct or all-wrong), every centred advantage is exactly zero: the group consumes compute but contributes zero gradient. The reward curve cannot show this; it can read "success" precisely while learning has stopped.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Secondary anchor — Dr.GRPO (Liu et al., 2025): claims GRPO's per-length/std normalisation biases updates toward verbosity. I test this claim under controlled conditions (Result 4).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•  Thesis position: measure the blind spot (Zero-Variance Fraction, ZVF), calibrate it, budget it, and show what it changes in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10515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one prompt → G=4 completions, reward r ∈ {0,1}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48132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212121"/>
                </a:solidFill>
                <a:latin typeface="Calibri"/>
              </a:rPr>
              <a:t>group with contrast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828800"/>
            <a:ext cx="457200" cy="4572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5048" y="1828800"/>
            <a:ext cx="457200" cy="457200"/>
          </a:xfrm>
          <a:prstGeom prst="roundRect">
            <a:avLst/>
          </a:prstGeom>
          <a:solidFill>
            <a:srgbClr val="B0B7C0"/>
          </a:solidFill>
          <a:ln>
            <a:solidFill>
              <a:srgbClr val="B0B7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51976" y="1828800"/>
            <a:ext cx="457200" cy="4572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18904" y="1828800"/>
            <a:ext cx="457200" cy="457200"/>
          </a:xfrm>
          <a:prstGeom prst="roundRect">
            <a:avLst/>
          </a:prstGeom>
          <a:solidFill>
            <a:srgbClr val="B0B7C0"/>
          </a:solidFill>
          <a:ln>
            <a:solidFill>
              <a:srgbClr val="B0B7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195560" y="2057400"/>
            <a:ext cx="502920" cy="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744200" y="1783080"/>
            <a:ext cx="1051560" cy="56692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 = ±0.5
gradient 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6060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212121"/>
                </a:solidFill>
                <a:latin typeface="Calibri"/>
              </a:rPr>
              <a:t>all-correct group (the blind spot)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944368"/>
            <a:ext cx="457200" cy="4572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5048" y="2944368"/>
            <a:ext cx="457200" cy="4572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2944368"/>
            <a:ext cx="457200" cy="4572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18904" y="2944368"/>
            <a:ext cx="457200" cy="4572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95560" y="3172968"/>
            <a:ext cx="502920" cy="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744200" y="2898648"/>
            <a:ext cx="1051560" cy="566928"/>
          </a:xfrm>
          <a:prstGeom prst="roundRect">
            <a:avLst/>
          </a:prstGeom>
          <a:solidFill>
            <a:srgbClr val="B32D2D"/>
          </a:solidFill>
          <a:ln>
            <a:solidFill>
              <a:srgbClr val="B3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 = 0,0,0,0
zero gradient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657600"/>
            <a:ext cx="39776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5A5A5A"/>
                </a:solidFill>
                <a:latin typeface="Calibri"/>
              </a:rPr>
              <a:t>A_i = r_i − mean(r): identical rewards zero every advantage.
The reward curve still reads 1.0 — training has silently stopped.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Problem &amp;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Signal starvation is silent: mean reward reads "success" exactly when the all-correct wall starves training. You need a second coordinate.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Published results are stack-conditioned: same label, different stacks, different outcomes (measured: a 17× final-reward span from an undisclosed backend+checkpoint swap).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RQ1 same-stack control · RQ2 ZVF as practical diagnostic · RQ3 group size G as the starvation dial · RQ4 do training gains survive held-out evaluation?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Overall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5852160" cy="93268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TRAINING — Tinker managed API
LoRA rank-4 GRPO / Dr.GRPO fleets · full-state checkpoint · kill-and-resume (verified live)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50008"/>
            <a:ext cx="5852160" cy="93268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TELEMETRY — per-step (reward, ZVF, GU)
logged beside every reward point · parser v2 with false-positive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65576"/>
            <a:ext cx="5852160" cy="93268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EVALUATION — vLLM pass@k harness
Modal · Lightning AI · Colab — three independent backends · clustered bootstrap CIs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81144"/>
            <a:ext cx="5852160" cy="93268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AUDIT TRAIL — 983 runs enumerated &amp; classified
19 claim-critical runs linked: W&amp;B page + checkpoint + result 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40" y="2167128"/>
            <a:ext cx="0" cy="18288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49040" y="3282696"/>
            <a:ext cx="0" cy="18288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49040" y="4398264"/>
            <a:ext cx="0" cy="18288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1737360"/>
            <a:ext cx="4206240" cy="114300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zvf-triage (Apache-2.0, 82 tests)
regime classifier · adaptive-G · dead-prompt drop · auto-stop
veRL / OpenRLHF / NeMo-RL adapters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383280"/>
            <a:ext cx="4206240" cy="1051560"/>
          </a:xfrm>
          <a:prstGeom prst="roundRect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7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MIRRORS &amp; ARTIFACTS
W&amp;B: 1,034 runs / 17 projects
HuggingFace: 49 adapter repos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675120" y="2304288"/>
            <a:ext cx="731520" cy="512064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675120" y="3904488"/>
            <a:ext cx="731520" cy="27432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58064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Design rule: no number enters a paper without a path back through this stack — run → telemetry → artifact → audit 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Not Only GRPO — Algorithms &amp; Methods Run,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188720"/>
          <a:ext cx="105156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566160"/>
                <a:gridCol w="4663440"/>
              </a:tblGrid>
              <a:tr h="32918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algorithm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 it 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 was run (question it answers)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GRPO (base paper)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Tinker fleets (Qwen3-8B); TRL on Modal H100; open trainers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The subject: does its group-relative update starve, when, and how do you see it? (Claims 1-2)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Dr.GRPO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Tinker, six-arm uncapped panel, 3 seeds/loss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Test the base paper's strongest critique: does the length-bias fix change length/ZVF at our scale? (No footprint - Result 4)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GSPO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Tinker, same-stack head-to-head vs GRPO (G=8)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Isolate ONE knob (token- vs sequence-level IS ratio) with everything else fixed - the same-stack control discipline (RQ1)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SB3 / CleanRL / Tianshou (Modal H100) + bench arm (HF: tinker-rl-bench-ppo_*)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Was dropping the critic actually free? Value-based baseline + cross-library reproducibility anchor (RQ1)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REINFORCE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Colab baselines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Simplest policy gradient: a floor showing gains are not just any-PG artifacts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DPO / IDPO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TRL via unified script generator (platform_local)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The counterfactual family: preference optimisation without rollouts has no groups - no ZVF by construction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SFT + off-policy distillation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capstone tool-call LoRAs; Llama-3.2-1B distillation probe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Non-RL control: how much of the gain needs RL at all?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"DAPO" (label audit)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open trainer w/ dynamic sampling vs closed-stack surrogate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How much does a method NAME underdetermine the executed update? Measured: ZVF 0.00 vs 0.55-0.58 under one label</a:t>
                      </a:r>
                    </a:p>
                  </a:txBody>
                  <a:tcPr/>
                </a:tc>
              </a:tr>
              <a:tr h="32919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AERO / AREAL / GIFT + adaptive-G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open-stack method traces; 4-arm audit pilot (T4)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Calibri"/>
                        </a:rPr>
                        <a:t>Can telemetry alone distinguish method variants (P8 detector), and is collapse universal across them? (P2 panel)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What I Implemented (Sem-4 Solo, on the Sem-3 Foundation)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Inherited (Sem 3, Group 6): multi-framework benchmark scaffold (TinkerRL-Bench), literature survey, baseline GRPO runs. Frozen at tag capstone-final-2026-04-25.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ZVF measurement stack: per-step ZVF/GU telemetry in the trainer, calibrated confidence intervals (Wilson), waiting-time reliability budget, stratified batch analysis.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Experiment infrastructure: matched-budget runner with --resume (state + optimiser + RNG fast-forward), per-(step,prompt) seeding, W&amp;B resume; loss-form panel runner (GRPO vs Dr.GRPO).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zvf-triage: packaged library (callback, controller, regime classifier, framework adapters, 82-test suite) — publication to PyPI staged.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Standards &amp; tooling: MIN-REPORT-RL 8-item reporting standard, GRPO-Registry (machine-readable stack catalog), stackdiff flip-risk grader, run-audit workbook.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Theory: T1 estimator calibration, T2 reliability budget, T3 optimal-G analysis — plus two corrections found by external adversarial review, adopted and reported openly.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Result 1 — ZVF Sees What the Reward Curve Cannot (Claim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34440"/>
          <a:ext cx="1051560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2926080"/>
                <a:gridCol w="2103120"/>
              </a:tblGrid>
              <a:tr h="32918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late-run mean 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late-run ZVF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gradient signal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G=2 × 160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≈ 0.9–1.0 (pool mastered)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0.75–1.0 (all-correct wall)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effectively zero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G=16 × 20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≈ 0.3–0.5 (mid-learning)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0.00–0.25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sustained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017520"/>
            <a:ext cx="6583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•  Same rollout budget (2,560/arm), seeds 123/456: reward alone declares G=2 the winner; the (reward, ZVF) pair shows its lead ended in zero-gradient compute.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ZVF is a diagnostic, not a predictor: ZVF rose AFTER the reward plateau in every measured collapse — a cheap alarm, not a cause.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Population form: the U-shaped kernel — starvation at both walls (too hard / mastered); larger G narrows both.</a:t>
            </a:r>
          </a:p>
        </p:txBody>
      </p:sp>
      <p:pic>
        <p:nvPicPr>
          <p:cNvPr id="6" name="Picture 5" descr="ush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017520"/>
            <a:ext cx="4114800" cy="24530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Result 2 — Group Size Is a Schedule Variable (Claim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6583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•  Design: matched budget of 2,560 rollouts per arm — G=2×160 steps vs G=16×20 steps (batch 8, 512-token completions, LoRA rank 4, seeds 123/456).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•  Finding: G=2 races to reward ≈1.0 on the sampled pool, then terminates inside the all-correct zero-variance wall; G=16 ends mid-learning with ZVF ≤ 0.25 and signal intact.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•  Interpretation: small G buys early steps and starves the endgame; large G holds signal throughout. Group size selects WHICH END of training starves — a schedule variable.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 Honesty check: static fixed-step sweeps are confounded by what the budget is held in; controller efficacy is NOT claimed (pre-registered test is future work).</a:t>
            </a:r>
          </a:p>
        </p:txBody>
      </p:sp>
      <p:pic>
        <p:nvPicPr>
          <p:cNvPr id="5" name="Picture 4" descr="budget_tra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463040"/>
            <a:ext cx="4206240" cy="25075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Result 3 — The Estimator Is Calibrated, the Budget Is Exact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T1 (calibration): ZVF_t is an unbiased binomial-proportion estimator; Wilson CI covers 0.95–0.98 in every tested setting (Wald marginal at m=32). Curriculum ordering is an estimand-labelling requirement, not an invalidation.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T2 (reliability budget): rollouts-to-next-informative-group is geometric; N(ZVF)=G⌈ln δ/ln ZVF⌉ matched observed quantiles at ratio 1.00 across all six difficulty strata (hardest: ZVF=0.886 ⇒ 160 rollouts). A budget, NOT an impossibility bound.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T3 (honest negative): the signal-per-rollout objective satisfies J(2)=J(3) for EVERY difficulty prior — its argmax is universally {2,3}, so it cannot yield a data-adaptive G. Found by adversarial review; reported as a result, not buried.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Two earlier statement errors (a quantifier confusion in T2; a GU sign slip) were caught by external review, corrected, re-validated — and are documented in the thesis as part of the method.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Result 4 — GRPO vs Dr.GRPO: No Footprint at This Scale (+ the Incident)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Six-arm uncapped panel (Qwen3-8B, 1,024-token cap, 3 seeds/loss): GRPO lengths 1004→905, 981→944, 996→900; Dr.GRPO 999→931, 972→902, 1000→878 — lengths SHRINK 6–12% in every arm; no length inflation, no late-ZVF separation between losses.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Reading: at this scale the loss-form choice has no observable footprint on length or ZVF — evidence about reporting, not superiority. Comparisons between these losses measure stack noise unless controlled far more tightly than the labels suggest.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The incident: the first panel ran with a documented --loss drgrpo flag that was never wired in — both "arms" silently trained identical GRPO. Caught only by reading the runner; artifacts preserved under .invalid_actually_grpo names; corrected rerun REVERSED one conclusion.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Response became protocol: invalidate loudly → preserve → rerun → record. This failure is a first-class result feeding the reproducibility standard (Result 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Result 5 — Reproducibility: Measured Flips, and the Standard They Justify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Backend swap (undisclosed, bundled a base-checkpoint change): final training reward moved across a 17× span — 85.6% vs 5.0% — under the same label.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Same "DAPO" label: mean ZVF 0.00 on an open trainer with true dynamic sampling vs 0.55–0.58 on a closed stack running an asymmetric-clip surrogate.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Reward-parser sensitivity: micro-jitter ε~U(0,1e-4) below verifier resolution collapses batch ZVF 0.158 → 0.000 — reported ZVF must name its verifier.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Deliverables: MIN-REPORT-RL (8-item minimum reportable stack — every item justified by a measured flip), GRPO-Registry (machine-readable catalog, 20 seed entries), stackdiff (pairwise flip-risk verdicts R0–R5).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Result 6 — Held-Out Evaluation: Gains, Transfer, and an Honest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Baseline capability (200 problems, n=32, clustered bootstrap): pass@1 30.4% [27.5, 33.1] but pass@32 91.0% — GSM8K is nearly saturated at k=32; ~9 points of headroom bounds what training can claim here.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Transfer: post-RL adapters show zero forgetting and mild positive transfer on MBPP (pass@32 within noise of or above base for all G); pass@1-only reporting would misread the G=2 arm as a regression.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Hard-task boundary (MATH-500, partial): GSM8K-trained frontier gains do not carry — consistent with distribution sharpening rather than capability expansion. Stated as a non-claim in the thesis.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Cross-scale observations (70+ curated runs, 7 libraries, 0.6B–671B): scale does not uniformly reduce ZVF; starvation is (difficulty × G × phase) geometry, not something scale buys you out of.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Implementation Scale &amp; Evidence Trail (audited 12 Jul)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212121"/>
                </a:solidFill>
                <a:latin typeface="Calibri"/>
              </a:rPr>
              <a:t>•  983 Tinker training runs enumerated via REST API — 26 base models, 0.6B → 1T; all 65 corrupted runs predate June 8; every thesis-supporting run is clean and checkpointed.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External backends: Modal / Lightning AI / Colab pass@k panels (26 runs) + 4 cross-library H100 baselines; 1,034 W&amp;B runs across 17 projects; 49 HuggingFace artifact repos.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zvf-triage: 82/82 tests green; wheel + sdist built, twine-checked; PyPI publication staged.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12121"/>
                </a:solidFill>
                <a:latin typeface="Calibri"/>
              </a:rPr>
              <a:t>•  Traceability: 19 claim-critical runs highlighted in the audit workbook, each with W&amp;B link + checkpoint + result artifact — embedded below (double-click to open).</a:t>
            </a:r>
          </a:p>
        </p:txBody>
      </p:sp>
      <p:graphicFrame>
        <p:nvGraphicFramePr>
          <p:cNvPr id="5" name="Object 4"/>
          <p:cNvGraphicFramePr>
            <a:graphicFrameLocks noGrp="1"/>
          </p:cNvGraphicFramePr>
          <p:nvPr/>
        </p:nvGraphicFramePr>
        <p:xfrm>
          <a:off x="868680" y="4709160"/>
          <a:ext cx="965200" cy="609600"/>
        </p:xfrm>
        <a:graphic>
          <a:graphicData uri="http://schemas.openxmlformats.org/presentationml/2006/ole">
            <p:oleObj showAsIcon="1" r:id="rId3" imgW="777240" imgH="868680" progId="Excel.Sheet.12">
              <p:embed/>
              <p:pic>
                <p:nvPicPr>
                  <p:cNvPr id="0" name="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68680" y="4709160"/>
                    <a:ext cx="965200" cy="6096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83080" y="4846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tinker_runs_audit_2026-07-12.xlsx — embedded copy (983 runs · key_runs · external_runs · wandb_runs · hf_artifacts · insights). Canonical file: outputs/ in the repo.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Demo (Live)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212121"/>
                </a:solidFill>
                <a:latin typeface="Calibri"/>
              </a:rPr>
              <a:t>•  One command, fully offline: ./submission/demo/demo.sh — mechanism fixture (4 groups → ZVF=0.500, GU=0.500), recorded artifact check (80 rewards, mean 0.6875, ZVF 0.3000), SHA-256 integrity, JSON + HTML dashboard. Status: PASS (re-verified today).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Live artifact tour: W&amp;B zvf-training — the (reward, ZVF) pair diverging on the real E-R2b arms; audit workbook key_runs sheet — every claim-critical run traceable in two clicks.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zvf-triage quickstart: pip-installable package, examples/quickstart.py — the diagnostic as a reusable library, not a one-off script.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Fallback if connectivity fails: 86-second recorded walkthrough (thesis/viva/demo_walkthrough.mp4).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6052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212121"/>
                </a:solidFill>
                <a:latin typeface="Calibri"/>
              </a:rPr>
              <a:t>Click-to-open evidence (live):</a:t>
            </a:r>
          </a:p>
          <a:p>
            <a:pPr>
              <a:spcAft>
                <a:spcPts val="600"/>
              </a:spcAft>
            </a:pPr>
            <a:r>
              <a:rPr sz="1300" u="sng">
                <a:solidFill>
                  <a:srgbClr val="0B5CAB"/>
                </a:solidFill>
                <a:latin typeface="Calibri"/>
                <a:hlinkClick r:id="rId3"/>
              </a:rPr>
              <a:t>↗  W&amp;B: E-R2b G=2 arm — reward hits ~1.0 while ZVF climbs into the wall (er2b_g2_s123)</a:t>
            </a:r>
          </a:p>
          <a:p>
            <a:pPr>
              <a:spcAft>
                <a:spcPts val="600"/>
              </a:spcAft>
            </a:pPr>
            <a:r>
              <a:rPr sz="1300" u="sng">
                <a:solidFill>
                  <a:srgbClr val="0B5CAB"/>
                </a:solidFill>
                <a:latin typeface="Calibri"/>
                <a:hlinkClick r:id="rId4"/>
              </a:rPr>
              <a:t>↗  W&amp;B: E-R2b G=16 arm — mid-learning, ZVF low, signal intact (er2b_g16_s123)</a:t>
            </a:r>
          </a:p>
          <a:p>
            <a:pPr>
              <a:spcAft>
                <a:spcPts val="600"/>
              </a:spcAft>
            </a:pPr>
            <a:r>
              <a:rPr sz="1300" u="sng">
                <a:solidFill>
                  <a:srgbClr val="0B5CAB"/>
                </a:solidFill>
                <a:latin typeface="Calibri"/>
                <a:hlinkClick r:id="rId5"/>
              </a:rPr>
              <a:t>↗  W&amp;B: the invalidated P4 arm, preserved (p4uncap_drgrpo_s42.invalid_actually_grpo)</a:t>
            </a:r>
          </a:p>
          <a:p>
            <a:pPr>
              <a:spcAft>
                <a:spcPts val="600"/>
              </a:spcAft>
            </a:pPr>
            <a:r>
              <a:rPr sz="1300" u="sng">
                <a:solidFill>
                  <a:srgbClr val="0B5CAB"/>
                </a:solidFill>
                <a:latin typeface="Calibri"/>
                <a:hlinkClick r:id="rId6"/>
              </a:rPr>
              <a:t>↗  W&amp;B: full zvf-training project (45 runs)</a:t>
            </a:r>
          </a:p>
          <a:p>
            <a:pPr>
              <a:spcAft>
                <a:spcPts val="600"/>
              </a:spcAft>
            </a:pPr>
            <a:r>
              <a:rPr sz="1300" u="sng">
                <a:solidFill>
                  <a:srgbClr val="0B5CAB"/>
                </a:solidFill>
                <a:latin typeface="Calibri"/>
                <a:hlinkClick r:id="rId7"/>
              </a:rPr>
              <a:t>↗  HuggingFace: published bench adapters (e.g. tinker-rl-bench-ppo_gsm8k_Qwen3-8B_s42)</a:t>
            </a:r>
          </a:p>
          <a:p>
            <a:pPr>
              <a:spcAft>
                <a:spcPts val="600"/>
              </a:spcAft>
            </a:pPr>
            <a:r>
              <a:rPr sz="1300" u="sng">
                <a:solidFill>
                  <a:srgbClr val="0B5CAB"/>
                </a:solidFill>
                <a:latin typeface="Calibri"/>
                <a:hlinkClick r:id="rId8"/>
              </a:rPr>
              <a:t>↗  GitHub: arvindcr4/tinker-rl-lab (code, artifacts, audit workbook)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Scope, Limitations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Declared scope: Qwen3-8B, GSM8K-family binary rewards, Tinker managed API (LoRA rank 4), 1–3 seeds per result — claims are stated at the stack level and nowhere above it.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No causal or predictive power is claimed for ZVF beyond diagnosis; controller efficacy is explicitly gated on a pre-registered, compute-matched comparison (≥3 seeds, held-out metrics).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Roadmap (gated): bounded diagnostic paper (Claims 1–2) → controller paper (needs the win) → survival audit (needs an open stack). Thesis consolidates all 17 working documents.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•  The transferable lesson: at this scale the binding constraint is not compute or novelty — it is certainty about what actually ran.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Thank you — Questions</a:t>
            </a:r>
          </a:p>
          <a:p>
            <a:pPr algn="ctr">
              <a:spcAft>
                <a:spcPts val="7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/>
            </a:r>
            <a:r>
              <a:rPr sz="1500" u="sng">
                <a:solidFill>
                  <a:srgbClr val="0B5CAB"/>
                </a:solidFill>
                <a:latin typeface="Calibri"/>
                <a:hlinkClick r:id="rId3"/>
              </a:rPr>
              <a:t>github.com/arvindcr4/tinker-rl-lab</a:t>
            </a:r>
            <a:r>
              <a:rPr sz="1500">
                <a:solidFill>
                  <a:srgbClr val="5A5A5A"/>
                </a:solidFill>
                <a:latin typeface="Calibri"/>
              </a:rPr>
              <a:t>   ·   arvindcr4@gmail.com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