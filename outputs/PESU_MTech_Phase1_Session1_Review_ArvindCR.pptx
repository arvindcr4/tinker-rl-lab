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Fallback if connectivity fails: 86-second recorded walkthrough (thesis/viva/demo_walkthrough.mp4).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