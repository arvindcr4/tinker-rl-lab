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M.Tech Project — Phase 1 First Review (Session 1)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Guide: Ramesh Prakash Guledgudd  ·  Dept. of CSE, PES University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M.Tech Data Science &amp; AI  ·  UE20CS971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Context: From Group Capstone to Solo Continuation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Semester 3 (Group 6): multi-framework RL post-training benchmark, literature survey, initial GRPO/SFT/DPO experiments, NeurIPS main-track submission.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Frozen boundary: tag capstone-final-2026-04-25 — group deliverables archived.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Semester 4 (this phase): individual continuation under guide Ramesh Prakash Guledgudd.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This session: agree problem scope, research questions, methodology, and the semester work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Published RL-for-LLM results are stack-conditioned: the same algorithm yields different outcomes across frameworks, backends, and defaults.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Group-relative methods (GRPO) suffer signal starvation: when all rollouts in a group agree, the advantage is zero and no learning signal flows.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Capstone evidence: heterogeneous results across 7 libraries; zero-variance groups frequent on sparse binary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Without controlled de-confounding, algorithm comparisons and "scaling" claims are unreliable.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RQ1 — Same-stack control: does PPO vs GRPO differ when every other pipeline element is held fixed?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RQ2 — Can a Zero-Variance Fraction (ZVF) statistic serve as a practical signal-starvation diagnostic?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RQ3 — How does group size G trade off contrast density, ZVF, and trainability?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RQ4 — Do training-reward gains survive held-out evaluation (length bias, generalization)?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Literature Anchors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RLHF → PPO fine-tuning (Ouyang et al., 2022): value-based post-training baseline.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DPO (Rafailov et al., 2023): preference optimization without rollouts.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GRPO / DeepSeek-R1 (Shao et al., 2024; DeepSeek, 2025): group-relative advantages, verifiable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Dr.GRPO and length-bias corrections (Liu et al., 2025).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Gap: no controlled cross-stack study isolating estimator choice from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Inherited Platform (Capstone Baseline)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tinker-rl-lab: one repo integrating Tinker API, SkyRL, verl, OpenRLHF, TRL, Atropos environments.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Baseline result to build on: GRPO on Qwen3-8B GSM8K — peak 62.5%, last-10 34.4% (training reward).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Existing scaffolding: evaluation pipeline, W&amp;B tracking, reproducibility audits.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Solo phase reuses this infrastructure; new work is experiments, diagnostics, and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Proposed Methodology: Four De-Confound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1 — Same-stack PPO vs GRPO: only the advantage estimator differs.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2 — Measure ZVF directly; theoretical form vs observed, across tasks.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3 — Group-size sweep G ∈ {2,4,8,16} × seeds with held-out checks.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4 — Held-out generalization: GRPO vs Dr.GRPO on GSM8K-CoT, pre/post McNemar.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All runs seeded, logged, and audited; statistics with CIs, not single-seed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Work Plan &amp; Deliverables (Semester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A (weeks 1–4): pillar experiments + ZVF telemetry implementation.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B (weeks 5–8): analysis papers P1–P4 (scaling, ZVF, group size, length bias).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C (weeks 9–12): standards &amp; tooling papers P5–P7 (reporting standard, registry, adaptive controller).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D: applied case study P8 (LLM vs XGBoost on fraud) + workshop paper submission.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Reviews: Session 1 (this) → Session 2 (mid results) → Session 3 (complete results + demo).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Expected Outcomes &amp; Evaluation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 defensible answer to PPO-vs-GRPO under matched conditions (effect size + CI).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ZVF validated (or refuted) as a cheap online diagnostic, with a group-size guidance rule.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Eight short papers (P1–P8) + one workshop submission; reproducible artifact.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Success = claims that survive held-out evaluation and independent audit, not peak training reward.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Discussion &amp; Guide Inputs</a:t>
            </a:r>
          </a:p>
          <a:p>
            <a:pPr algn="ctr"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