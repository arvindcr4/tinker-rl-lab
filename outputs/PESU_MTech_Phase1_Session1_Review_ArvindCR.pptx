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Secondary anchor: Dr.GRPO (Liu et al., 2025) which critiques GRPO's normalisation terms — my Result 4 tests it head-on.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AUDIT TRAIL — 983 runs enumerated &amp; classified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Inherited (Sem 3, Group 6): multi-framework benchmark scaffold (TinkerRL-Bench), literature survey,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(70+ curated runs,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(outputs/tinker_runs_audit_2026-07-12.xlsx).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Fallback if connectivity fails: 86-second recorded walkthrough (thesis/viva/demo_walkthrough.mp4).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github.com/arvindcr4/tinker-rl-lab  ·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