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Secondary anchor: Dr.GRPO (Liu et al., 2025) which critiques GRPO's normalisation terms — my Result 4 tests it head-on.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table walk — lead with the WHY column: each method answers a specific question the thesis needed closed. PPO answers 'was the critic needed?'; GSPO isolates one knob on the same stack; Dr.GRPO tests the base paper's strongest critique; DPO is the no-rollouts counterfactual (no groups, so no ZVF by construction); REINFORCE and SFT are floors; the DAPO audit and the AERO/AREAL/GIFT traces exist to measure how much a method LABEL underdetermines what actually ran. Every row has runnable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6-12%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family. The study runs GRPO against PPO, REINFORCE, DPO, GSPO, Dr.GRPO and audited variant labels (slide 5).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Published results are stack-conditioned: same label, different stacks, different outcomes (measured: a 17× final-reward span from an undisclosed backend+checkpoint swap).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Training layer — Tinker managed API: LoRA rank-4 GRPO/Dr.GRPO fleets with full state checkpointing and kill-and-resume (built after two mid-programme credit exhaustions; verified live).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Evaluation layer — vLLM pass@k harness on three independent backends: Modal, Lightning AI, Colab; problem-clustered bootstrap CIs; seeded per problem.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Telemetry layer — per-step (reward, ZVF, GU) traces for every training run, mirrored to W&amp;B (zvf-training project); reward-parser v2 with false-positive audit.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Library — zvf-triage (Apache-2.0, 82 tests): drop-in triage callback — classifies starvation regime, adapts G, drops dead prompts, auto-stops doomed runs; veRL / OpenRLHF / NeMo-RL adapters.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Audit layer — 983 Tinker runs enumerated and classified; 19 claim-critical runs identified, each linked to its W&amp;B page, checkpoint, and result JSON (workbook in outputs/).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Not Only GRPO — Algorithms &amp; Methods Run,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4663440"/>
              </a:tblGrid>
              <a:tr h="32918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algorithm /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was run (question it answers)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GRPO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 fleets (Qwen3-8B); TRL on Modal H100; open trainers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subject: does its group-relative update starve, when, and how do you see it? (Claims 1-2)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Dr.GRPO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six-arm uncapped panel, 3 seeds/loss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Test the base paper's strongest critique: does the length-bias fix change length/ZVF at our scale? (No footprint - Result 4)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GSPO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same-stack head-to-head vs GRPO (G=8)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Isolate ONE knob (token- vs sequence-level IS ratio) with everything else fixed - the same-stack control discipline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SB3 / CleanRL / Tianshou (Modal H100) + bench arm (HF: tinker-rl-bench-ppo_*)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Was dropping the critic actually free? Value-based baseline + cross-library reproducibility anchor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REINFORCE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Colab baselines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Simplest policy gradient: a floor showing gains are not just any-PG artifacts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DPO / IDPO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TRL via unified script generator (platform_local)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counterfactual family: preference optimisation without rollouts has no groups - no ZVF by construction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SFT + off-policy 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capstone tool-call LoRAs; Llama-3.2-1B distillation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Non-RL control: how much of the gain needs RL at all?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"DAPO" (label audit)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 trainer w/ dynamic sampling vs closed-stack surrogate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How much does a method NAME underdetermine the executed update? Measured: ZVF 0.00 vs 0.55-0.58 under one label</a:t>
                      </a:r>
                    </a:p>
                  </a:txBody>
                  <a:tcPr/>
                </a:tc>
              </a:tr>
              <a:tr h="32919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AERO / AREAL / GIFT + adaptive-G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open-stack method traces; 4-arm audit pilot (T4)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Can telemetry alone distinguish method variants (P8 detector), and is collapse universal across them? (P2 panel)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Inherited (Sem 3, Group 6): multi-framework benchmark scaffold (TinkerRL-Bench), literature survey,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288036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ZVF is a diagnostic, not a predictor: in every collapse we measured, ZVF rose AFTER the reward plateau — a cheap alarm, not a cause. Pooled cross-task correlations do not survive stratification and are never used as claims.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Population form is the U-shaped kernel h_G(p)=p^G+(1−p)^G: starvation at both walls (too hard / mastered); larger G narrows both.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Interpretation: small G buys early optimiser steps and starves the endgame; large G holds signal throughout. Group size selects which end of training starves — it is a schedule variable.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Honesty check: static fixed-step sweeps are non-monotone and confounded by what the budget is held in; the controller that would exploit this is designed but its efficacy is NOT claimed (pre-registered test is future work).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6–12%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the runner;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Reproducibility: Measured Flips, and the Standard They Justify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Deliverables: MIN-REPORT-RL (8-item minimum reportable stack — every item justified by a measured flip), GRPO-Registry (machine-readable catalog, 20 seed entries), stackdiff (pairwise flip-risk verdicts R0–R5).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(200 problems, n=32, clustered bootstrap): pass@1 30.4% [27.5, 33.1] but pass@32 91.0% —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(70+ curated runs, 7 libraries, 0.6B–671B): scale does not uniformly reduce ZVF; starvation is (difficulty × G × phase) geometry, not something scale buys you out of.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(outputs/tinker_runs_audit_2026-07-12.xlsx).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Fallback if connectivity fails: 86-second recorded walkthrough (thesis/viva/demo_walkthrough.mp4).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github.com/arvindcr4/tinker-rl-lab  ·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