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M.Tech Project — Phase 1 First Review (Session 1)</a:t>
            </a:r>
          </a:p>
          <a:p>
            <a:pPr algn="ctr">
              <a:spcAft>
                <a:spcPts val="800"/>
              </a:spcAft>
            </a:pPr>
            <a:r>
              <a:rPr sz="2000" b="0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Guide: Ramesh Prakash Guledgudd  ·  Dept. of CSE, PES University</a:t>
            </a:r>
          </a:p>
          <a:p>
            <a:pPr algn="ctr">
              <a:spcAft>
                <a:spcPts val="8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M.Tech Data Science &amp; AI  ·  UE20CS971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Context: From Group Capstone to Solo Continuation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Semester 3 (Group 6): multi-framework RL post-training benchmark, literature survey, initial GRPO/SFT/DPO experiments, NeurIPS main-track submission.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Frozen boundary: tag capstone-final-2026-04-25 — group deliverables archived.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Semester 4 (this phase): individual continuation under guide Ramesh Prakash Guledgudd.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This session: agree problem scope, research questions, methodology, and the semester work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Semester 3 Foundation vs. Semester 4 Innovations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Semester 3 Delivered: A 101-page experimental framework survey and the TINKERRL-BENCH benchmark (submitted to NeurIPS Main Track).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Semester 4 Objective: Deep dive into the mechanics of GRPO via the ZVF (Zero-Variance Fraction) program.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What's New in Sem 4: Splitting the massive foundational work into an 8-part modular research portfolio (P1-P8).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Key Innovations: Formalizing the ZVF metric, developing an adaptive group-size controller, and analyzing length-bias ("verbosity trap").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Published RL-for-LLM results are stack-conditioned: the same algorithm yields different outcomes across frameworks, backends, and defaults.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Group-relative methods (GRPO) suffer signal starvation: when all rollouts in a group agree, the advantage is zero and no learning signal flows.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Capstone evidence: heterogeneous results across 7 libraries; zero-variance groups frequent on sparse binary rewards.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Without controlled de-confounding, algorithm comparisons and "scaling" claims are unreliable.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RQ1 — Same-stack control: does PPO vs GRPO differ when every other pipeline element is held fixed?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RQ2 — Can a Zero-Variance Fraction (ZVF) statistic serve as a practical signal-starvation diagnostic?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RQ3 — How does group size G trade off contrast density, ZVF, and trainability?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RQ4 — Do training-reward gains survive held-out evaluation (length bias, generalization)?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Literature Anchors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RLHF → PPO fine-tuning (Ouyang et al., 2022): value-based post-training baseline.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DPO (Rafailov et al., 2023): preference optimization without rollouts.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GRPO / DeepSeek-R1 (Shao et al., 2024; DeepSeek, 2025): group-relative advantages, verifiable rewards.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Dr.GRPO and length-bias corrections (Liu et al., 2025).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Gap: no controlled cross-stack study isolating estimator choice from infrastructure.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Inherited Platform (Capstone Baseline)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tinker-rl-lab: one repo integrating Tinker API, SkyRL, verl, OpenRLHF, TRL, Atropos environments.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Baseline result to build on: GRPO on Qwen3-8B GSM8K — peak 62.5%, last-10 34.4% (training reward).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Existing scaffolding: evaluation pipeline, W&amp;B tracking, reproducibility audits.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Solo phase reuses this infrastructure; new work is experiments, diagnostics, and analysis.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Infrastructure &amp; Evidence Scale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983 training runs logged on the managed Tinker API to date — 26 base models spanning 0.6B → 1T parameters (Qwen3-8B is the workhorse).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Multi-backend evaluation fabric already proven: Modal, Lightning AI, and Colab (vLLM) pass@k panels + 4 cross-library H100 training baselines (TRL/SB3/CleanRL/Tianshou).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Full telemetry trail: 1,034 W&amp;B runs across 17 projects; 49 HuggingFace artifact repos (published LoRA adapters).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zvf-triage — packaged library built for this program (Apache-2.0): drop-in ZVF triage callback that classifies the starvation regime, adapts group size, drops dead prompts, and auto-stops doomed runs; integrations for veRL, OpenRLHF, and NeMo-RL with a full test suite.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Run-level audit discipline: every claim-critical run is identified, checkpointed, and linked to its W&amp;B page and result artifact (audit workbook in outputs/).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Why it matters for this plan: the de-confound pillars are feasible in one semester because the instrumentation and multi-backend plumbing already exist.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Proposed Methodology: Four De-Confound Pillars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Pillar 1 — Same-stack PPO vs GRPO: only the advantage estimator differs.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Pillar 2 — Measure ZVF directly; theoretical form vs observed, across tasks.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Pillar 3 — Group-size sweep G ∈ {2,4,8,16} × seeds with held-out checks.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Pillar 4 — Held-out generalization: GRPO vs Dr.GRPO on GSM8K-CoT, pre/post McNemar.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All runs seeded, logged, and audited; statistics with CIs, not single-seed claims.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Work Plan &amp; Deliverables (Semester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Phase A (weeks 1–4): pillar experiments + ZVF telemetry implementation.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Phase B (weeks 5–8): analysis papers P1–P4 (scaling, ZVF, group size, length bias).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Phase C (weeks 9–12): standards &amp; tooling papers P5–P7 (reporting standard, registry, adaptive controller).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Phase D: applied case study P8 (LLM vs XGBoost on fraud) + workshop paper submission.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Reviews: Session 1 (this) → Session 2 (mid results) → Session 3 (complete results + demo).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The 8-Paper ZVF Program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P1: Scaling Laws — Testing power laws for GRPO and parameter vs capability structure.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P2: Zero-Variance Fraction (ZVF) — A diagnostic metric for signal starvation.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P3: Group Size — Re-framing group size as a preference-density dial.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P4: Length Bias — Analyzing the verbosity trap and Dr. GRPO corrections.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P5: Report the Stack — Identifying backend-driven reward swings (MIN-REPORT-RL).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P6: GRPO Registry — A machine-readable catalog and stackdiff tool.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P7: ZVF Controller — An adaptive controller escalating group size dynamically.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P8: Fraud Detection — Evaluating LLMs as sensors/scribes vs. XGBoost scorers.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Expected Outcomes &amp; Evaluation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A defensible answer to PPO-vs-GRPO under matched conditions (effect size + CI).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ZVF validated (or refuted) as a cheap online diagnostic, with a group-size guidance rule.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Eight short papers (P1–P8) + one workshop submission; reproducible artifact.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Success = claims that survive held-out evaluation and independent audit, not peak training reward.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Discussion &amp; Guide Inputs</a:t>
            </a:r>
          </a:p>
          <a:p>
            <a:pPr algn="ctr">
              <a:spcAft>
                <a:spcPts val="8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github.com/arvindcr4/tinker-rl-lab  ·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