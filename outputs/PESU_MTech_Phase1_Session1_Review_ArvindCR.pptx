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Secondary anchor: Dr.GRPO (Liu et al., 2025) which critiques GRPO's normalisation terms — my Result 4 tests it head-on.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6-12%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 (DAPO, GSPO, Dr.GRPO, GRESO...).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Published results are stack-conditioned: same label, different stacks, different outcomes (measured: a 17× final-reward span from an undisclosed backend+checkpoint swap).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Training layer — Tinker managed API: LoRA rank-4 GRPO/Dr.GRPO fleets with full state checkpointing and kill-and-resume (built after two mid-programme credit exhaustions; verified live).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Evaluation layer — vLLM pass@k harness on three independent backends: Modal, Lightning AI, Colab; problem-clustered bootstrap CIs; seeded per problem.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Telemetry layer — per-step (reward, ZVF, GU) traces for every training run, mirrored to W&amp;B (zvf-training project); reward-parser v2 with false-positive audit.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Library — zvf-triage (Apache-2.0, 82 tests): drop-in triage callback — classifies starvation regime, adapts G, drops dead prompts, auto-stops doomed runs; veRL / OpenRLHF / NeMo-RL adapters.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Audit layer — 983 Tinker runs enumerated and classified; 19 claim-critical runs identified, each linked to its W&amp;B page, checkpoint, and result JSON (workbook in outputs/).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Inherited (Sem 3, Group 6): multi-framework benchmark scaffold (TinkerRL-Bench), literature survey,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288036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ZVF is a diagnostic, not a predictor: in every collapse we measured, ZVF rose AFTER the reward plateau — a cheap alarm, not a cause. Pooled cross-task correlations do not survive stratification and are never used as claims.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Population form is the U-shaped kernel h_G(p)=p^G+(1−p)^G: starvation at both walls (too hard / mastered); larger G narrows both.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Interpretation: small G buys early optimiser steps and starves the endgame; large G holds signal throughout. Group size selects which end of training starves — it is a schedule variable.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Honesty check: static fixed-step sweeps are non-monotone and confounded by what the budget is held in; the controller that would exploit this is designed but its efficacy is NOT claimed (pre-registered test is future work).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6–12%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the runner;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Reproducibility: Measured Flips, and the Standard They Justify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Deliverables: MIN-REPORT-RL (8-item minimum reportable stack — every item justified by a measured flip), GRPO-Registry (machine-readable catalog, 20 seed entries), stackdiff (pairwise flip-risk verdicts R0–R5).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(200 problems, n=32, clustered bootstrap): pass@1 30.4% [27.5, 33.1] but pass@32 91.0% —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(70+ curated runs, 7 libraries, 0.6B–671B): scale does not uniformly reduce ZVF; starvation is (difficulty × G × phase) geometry, not something scale buys you out of.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(outputs/tinker_runs_audit_2026-07-12.xlsx).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Fallback if connectivity fails: 86-second recorded walkthrough (thesis/viva/demo_walkthrough.mp4).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github.com/arvindcr4/tinker-rl-lab  ·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