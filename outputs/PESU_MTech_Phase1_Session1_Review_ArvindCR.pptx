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Sell it with the basketball analogy at the bottom: drills, shots, a coach who only compares shots within a drill; all-makes drills teach nothing precisely when the scoreboard looks perfect - that is the whole thesis in one image. Secondary anchor: Dr.GRPO (Liu et al., 2025) which critiques GRPO's normalisation terms — Result 4 tests it. If asked about std-normalisation: base GRPO also divides by the group std; with identical rewards the numerator is zero either way, so the blind spot is identical — and the panels also test the normalisation-free Dr.GRPO form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(45 s)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(1.25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(45 s)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 Datasets first if he asks what you trained ON: GSM8K train split with binary boxed-answer rewards is the finetuning task; synthetic arithmetic for the small panels; xLAM-60k was the capstone SFT corpus. MATH-500/MBPP/HumanEval are evaluation-only - never trained on. Sem-3 credit line if asked: 79 logged runs across 7 libraries, submitted to NeurIPS 2026 Main Track as 'A Unified Benchmark for RL Post-Training of Language Models' (group work, 8 authors); Sem 4 is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 ANTICIPATED ATTACK: 'G=16 only avoids the wall because it has not learned the task yet.' Answer: exactly — and that is the claim. At a FIXED budget, G chooses which end starves: G=2 spends its final steps on dead groups while reading reward 1.0; G=16 keeps every update signal-bearing. No winner is declared; the pair tells you where the budget went.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 ANTICIPATED ATTACK: Wilson assumes iid — answer: under curriculum ordering the interval stays calibrated for the LOCAL stage-level ZVF (0.944), and stratified batch composition restores global validity (0.996); the requirement is labelling WHICH estimand the interval 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3.8-12.2%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 Land the framing: this project SETS THE STANDARD for what to report when training - walk the 8 items fast, then say every one earned its place by flipping a result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(1.25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(45 s)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(45 s)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Relationship Id="rId6" Type="http://schemas.openxmlformats.org/officeDocument/2006/relationships/hyperlink" Target="https://wandb.ai/arvindcr4-pes-university/zvf-training/runs/pob7nd05" TargetMode="External"/><Relationship Id="rId7" Type="http://schemas.openxmlformats.org/officeDocument/2006/relationships/hyperlink" Target="https://wandb.ai/arvindcr4-pes-university/zvf-training/runs/tiicy3km" TargetMode="External"/><Relationship Id="rId8" Type="http://schemas.openxmlformats.org/officeDocument/2006/relationships/hyperlink" Target="https://wandb.ai/arvindcr4-pes-university/zvf-training/runs/kmqjbhwn" TargetMode="External"/><Relationship Id="rId9" Type="http://schemas.openxmlformats.org/officeDocument/2006/relationships/hyperlink" Target="https://wandb.ai/arvindcr4-pes-university/zvf-training" TargetMode="External"/><Relationship Id="rId10" Type="http://schemas.openxmlformats.org/officeDocument/2006/relationships/hyperlink" Target="https://huggingface.co/arvindcr4/tinker-rl-bench-ppo_gsm8k_Qwen3-8B_s42" TargetMode="External"/><Relationship Id="rId11" Type="http://schemas.openxmlformats.org/officeDocument/2006/relationships/hyperlink" Target="https://github.com/arvindcr4/tinker-rl-la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rvindcr4/tinker-rl-lab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≠ 0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 (the original also divides by the group std — the zero/nonzero structure is identical). Identical rewards zero every advantage; the reward curve still reads 1.0 while training has silently stopped.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8A6D00"/>
                </a:solidFill>
                <a:latin typeface="Calibri"/>
              </a:rPr>
              <a:t>Basketball analogy: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Each prompt is a shooting drill; the G completions are G shots at the same basket. GRPO has no absolute standard (no critic) — the coach grades each shot only against the others in that drill. Mixed makes and misses → he can tell what worked. All makes or all misses → nothing to compare, the drill taught zero. As the player improves, more drills end all-makes: practice silently stops teaching exactly when the scoreboard looks best. ZVF counts the dead drills; more shots per drill (bigger G) keeps the contrast alive longer.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reproducibility anchor: the SAME RL training, run by different people in different environments, can produce wildly different results — measured here as a 17× final-reward span from one undisclosed backend+checkpoint swap. Unless the details of what actually ran are reported, comparisons are meaningless.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1042416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AUDIT TRAIL — 983 Tinker runs + external Modal / Lightning AI / Colab runs
(26 pass@k evals · 4 H100 cross-library baselines · Colab experiment packs)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(traces); audit pilot: GRPO / Dr.GRPO / DAPO /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single-stack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detector)? Is collapse universal across them (P2)? Does the survival protocol work end-to-end (pilot)?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Datasets used for finetuning — RL: GSM8K train split (openai/gsm8k "main"; 512-prompt train pool, binary boxed-answer reward; training samples G completions/prompt per step, and the same pool is offline-characterised at 32 rollouts/prompt for the estimation studies) + synthetic arithmetic (easy/medium) for the 0.5B-1.5B panels. SFT (capstone): Salesforce xLAM-Function-Calling-60k (tool-call LoRAs, Qwen 0.5B-7B).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Evaluation-only — never trained on: GSM8K test (1,319 problems, disjoint from the reward environment), MATH-500, MBPP, HumanEval. Held-out discipline is an explicit reporting-standard item.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Inherited (Sem 3, Group 6): TinkerRL-Bench — 79 logged GRPO-style runs across 7 RL libraries (0.6B–671B), submitted to NeurIPS 2026 Main Track as "A Unified Benchmark for RL Post-Training of Language Models"; plus literature survey and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 — both quantiles are integer counts of G-rollout groups, so exact agreement is attainable, not a suspicious continuous fit.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 — per-rollout accounting ALWAYS favours tiny groups, which is exactly why Result 2 treats G as a schedule, not a static optimum.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3.8–12.2%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OUR client-side runner script (the managed loss kernel stays closed — the flag died in our code before reaching it);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Setting the Standard: What Must Be Reported When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Anchor: same algorithm, same task, different environment or different hands → wildly different results. The fix is not more compute — it is reporting the details of what actually ran. Three measured instances from our own data: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 contribution: MIN-REPORT-RL sets the standard for what details every RL training report must include — plus GRPO-Registry (machine-readable stack catalog, 20 seed entries) and stackdiff (pairwise flip-risk verdicts R0–R5) to enforce it mechanically.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 8 items: ① loss form (ratio/clip/mask/normalisation) ② reference policy &amp; KL handling ③ sampler/backend/precision incl. base-checkpoint identity ④ per-step ZVF/GU trajectory ⑤ group-size schedule ⑥ held-out split disjoint from the reward environment ⑦ decontamination + parser-robustness probe ⑧ held-out pass@k curves, not just pass@1. Every item earned its place by flipping a result in our own corpus.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(deterministic first-200 test slice, n=32, clustered bootstrap): pass@1 30.4% [27.5, 33.1] but pass@32 91.0% — corroborated on the 512-prompt train pool (30.3%).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 (all pass@1 deltas −0.5 to +1.9pp, within single-seed noise).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(the 79-run cross-library corpus, 7 libraries, 0.6B–671B — frontier entries are single-seed LoRA case studies via the managed API): scale does not uniformly reduce ZVF; starvation is (difficulty × G × phase) geometry. Observations, never claims (scope slide).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Fallback if connectivity fails: the 86-second recorded walkthrough — embedded on this slide (right), plays offline.</a:t>
            </a:r>
          </a:p>
        </p:txBody>
      </p:sp>
      <p:pic>
        <p:nvPicPr>
          <p:cNvPr id="5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26679" y="1097280"/>
            <a:ext cx="3931920" cy="2551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675887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embedded fallback: 86 s recorded walkthrough (click to 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Click-to-open evidence (live):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6"/>
              </a:rPr>
              <a:t>↗  W&amp;B: E-R2b G=2 arm — reward hits ~1.0 while ZVF climbs into the wall (er2b_g2_s123)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7"/>
              </a:rPr>
              <a:t>↗  W&amp;B: E-R2b G=16 arm — mid-learning, ZVF low, signal intact (er2b_g16_s123)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8"/>
              </a:rPr>
              <a:t>↗  W&amp;B: the invalidated P4 arm, preserved (p4uncap_drgrpo_s42.invalid_actually_grpo)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9"/>
              </a:rPr>
              <a:t>↗  W&amp;B: full zvf-training project (45 runs)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0"/>
              </a:rPr>
              <a:t>↗  HuggingFace: published bench adapters (e.g. tinker-rl-bench-ppo_gsm8k_Qwen3-8B_s42)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1"/>
              </a:rPr>
              <a:t>↗  GitHub: arvindcr4/tinker-rl-lab (code, artifacts, audit workbook)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/>
            </a:r>
            <a:r>
              <a:rPr sz="1500" u="sng">
                <a:solidFill>
                  <a:srgbClr val="0B5CAB"/>
                </a:solidFill>
                <a:latin typeface="Calibri"/>
                <a:hlinkClick r:id="rId3"/>
              </a:rPr>
              <a:t>github.com/arvindcr4/tinker-rl-lab</a:t>
            </a:r>
            <a:r>
              <a:rPr sz="1500">
                <a:solidFill>
                  <a:srgbClr val="5A5A5A"/>
                </a:solidFill>
                <a:latin typeface="Calibri"/>
              </a:rPr>
              <a:t>   · 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